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80160"/>
            <a:ext cx="16459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97706"/>
                </a:solidFill>
              </a:defRPr>
            </a:pPr>
            <a:r>
              <a:t>RESEARCH DEFENSE &amp; SCIENTIFIC PRESENTATION</a:t>
            </a:r>
          </a:p>
          <a:p>
            <a:pPr>
              <a:spcAft>
                <a:spcPts val="1600"/>
              </a:spcAft>
              <a:defRPr sz="3000" b="1">
                <a:solidFill>
                  <a:srgbClr val="FFFFFF"/>
                </a:solidFill>
              </a:defRPr>
            </a:pPr>
            <a:r>
              <a:t>Byte-Level Mamba vs. Transformer for Amharic</a:t>
            </a:r>
            <a:br/>
            <a:r>
              <a:t>with Brain-Inspired Continual Learning</a:t>
            </a:r>
          </a:p>
          <a:p>
            <a:pPr>
              <a:defRPr sz="1250">
                <a:solidFill>
                  <a:srgbClr val="BED2EB"/>
                </a:solidFill>
              </a:defRPr>
            </a:pPr>
            <a:r>
              <a:t>Presenter &amp; Author: Beknan Chemeda  |  Project: Data- &amp; Compute-Efficient Generative AI</a:t>
            </a:r>
            <a:br/>
            <a:r>
              <a:t>Living Neural Agent: Hayyuu  |  Hardware: Nvidia GeForce RTX 3090 (24GB VRAM)</a:t>
            </a:r>
            <a:br/>
            <a:r>
              <a:t>Open-Source Repository: https://github.com/BekiChemeda/ML-Research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EXECUTIVE OVERVIEW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Executive Summary: The 3 Core Research Breakthroughs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1. Token-Free Byte Modeling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Eliminated the subword tokenizer entirely by training directly on raw UTF-8 bytes (V=256).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Completely removed the 3.5x 'Token Tax' on Ethiopian languages.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Reclaimed 97.7% of model parameters for deep neural reasoning.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2. Linear Mamba SSM Victory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Replaced quadratic Transformer self-attention O(L²) with linear Selective State Spaces O(L).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TinyMamba (2.73M) outperformed a 13.04M Transformer (1.322 vs 1.579 BPB) on 1.46GB Amharic text.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Mamba-Base (26.24M) achieved a new frontier record of 1.0613 BPB!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3. Zero-Forgetting Brain Memory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Engineered a bio-inspired Complementary Learning System (CLS) for live deployment.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1-shot live factual learning in 0.01 seconds via Hebbian fast weights.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100% grammar preservation and permanent memory via 20x Sharp-Wave Ripple sleep replay.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PROBLEM 1: DATA SCARCITY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The Reality of Amharic AI: The Low-Resource Data Ceiling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The Digital Data Scarcity Barrier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English language AI models are trained on trillions of web tokens (Common Crawl, The Pile).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Amharic is spoken by &gt;50 million people, but has fewer than 500 million clean digital tokens in the entire world (Andersland, 2024).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Brute-force data scaling is physically impossible—the text simply does not exist online.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Low-resource African AI requires extreme architectural efficiency, not massive data hunger.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Our Curated Native Corpus (1.465 GB)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Collected 100% human-authored Amharic text from verified sources: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Amharic Wikipedia: 21.4 MB (encyclopedic domains)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MasakhaNews: 9.5 MB (contemporary journalism)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XL-Sum: 33.6 MB (syntactic summaries)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GlotCC &amp; C4 Amharic Stream: 1.40 GB clean text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Strict 30% Ge'ez character ratio filter to remove foreign web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DATA QUALITY INTEGRITY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Why Machine Translation Fails for Low-Resource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❌ The Synthetic Translation Trap (Azime et al., 2024)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Many low-resource AI attempts use Google Translate to convert English datasets into Amharic.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Machine-translated text suffers from translationese: unnatural sentence structures, lost honorifics, and morphological butchery.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Training LLMs on translated data leads to hallucination and grammatical degeneration.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Scientific Rule: We enforced a 100% native, human-authored data curation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✓ Strict Filtering &amp; Deduplication Pipeline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1. Non-printable Byte Removal: Stripped binary control artifacts.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2. Length Thresholding: Discarded snippets under 50 characters.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3. Ge'ez Script Density Filter: Ensured &gt;= 30% characters reside in Unicode block U+1200 - U+137F.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4. MD5 Deduplication: Eliminated exact document duplicates.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Result: 1,465,682,927 bytes of pristine native training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AMHARIC LINGUISTICS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The Linguistic Challenge: Non-Concatenative Ge'ez 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Unicode &amp; Byte Structure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Amharic uses the Ge'ez abugida script (Unicode range U+1200 to U+137F).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standard UTF-8 encoding, every Ge'ez character occupies exactly 3 raw bytes (values between 0 and 255).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Example: Letter 'ኢ' = [225, 138, 148].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Example: Letter 'ት' = [225, 138, 173].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word 'ኢትዮጵያ' contains 6 characters but expands to 18 UTF-8 bytes.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Root-and-Pattern Semitic Morphology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Amharic is a Semitic language built on non-concatenative 3-consonant roots (e.g. S-B-R = break).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Words change internally through vowel patterns: ሰበረ (he broke), ተሰበረ (was broken), ስብርባሪ (fragments).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Standard subword tokenizers slice words left-to-right, splitting root morphemes and creating semantic havoc.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Byte modeling allows local 1D convolutions to capture sub-character roots dynamically!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TOKENIZATION MECHANICS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The Tokenizer: The Flawed Middleman of Modern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How Subword Tokenizers Work (BPE / SentencePiece)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Modern LLMs (GPT-4, LLaMA) cannot read characters directly.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They use statistical algorithms (Byte-Pair Encoding) to merge frequent character pairs into vocabulary tokens.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Designed for English: 1 English word ≈ 1 token (e.g. 'computer' = 1 token).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Assumes high resource availability where every subword appears millions of times.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Why Tokenizers Break on Low-Resource Languages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Tokenizers are heavily Anglo-centric: English vocabulary dominates 95%+ of token tables.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Amharic text is severely fragmented into rare, arbitrary byte-pair merges.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Causes Out-of-Vocabulary (OOV) errors, phonetic distortion, and massive sequence inflation.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Core Question: Why not bypass the tokenizer entirely and let AI read raw bytes?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THE TOKEN TAX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Problem 1: The Token Tax &amp; 3.5x Fertility Ratio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Defining the Fertility Ratio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Fertility Ratio = Total Tokens Generated / Total Words.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English: Fertility ≈ 1.0 to 1.2 tokens per word.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Amharic (SentencePiece 16k): Fertility ≈ 3.5 tokens per word!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 single Amharic word like 'እንደምንዋላችሁ' is shattered into 5 to 7 tokens.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African languages pay a severe computational tax for the same semantic meaning.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Real-World Consequences of the Token Tax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1. 3.5x Higher Compute: Requires 3.5x more FLOPs to process the same text.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2. 3.5x Context Window Shrinkage: An 8k token window holds only 2.2k Amharic words.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3. 3.5x Higher API Costs: Ethiopian users pay 3.5x more money per prompt on commercial LLM APIs.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4. 3.5x Inference Latency: Generation is 3.5x slower per sentence.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PARAMETER INEFFICIENCY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Problem 2: The Parameter Allocation Tax (63% Wasted)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The Embedding Table Math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any model, the embedding matrix has size: V * d_model.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For a 32k SentencePiece tokenizer with d_model=256: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Embedding Parameters = 32,000 * 256 = 8,192,000 weights (8.19 Million!).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a 13.04M parameter Transformer, 62.8% of all parameters are trapped in static vocabulary lookup tables!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Only 37.2% of the model is left for actual reasoning and grammar!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The Byte-Level Liberation (V=256)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For a Byte-Level model with V=256: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Embedding Parameters = 256 * 256 = 65,536 weights (0.065 Million).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embedding matrix consumes under 2.3% of the parameter budget!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97.7% of all parameters are dedicated to deep Mamba sequence layers, state-space recurrence, and intelligence!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TRANSFORMER SCALING LIMITS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Problem 3: The Quadratic Attention Bottleneck O(L²)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Why Transformers Choke on Long Byte Streams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Because Amharic byte sequences are ~3.5x longer, sequence length (L) increases significantly.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Transformer Self-Attention computes an L x L attention matrix: A = Q Kᵀ.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Compute and memory scale quadratically: O(L²).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If sequence length quadruples (L = 1,000 -&gt; 4,000 bytes), attention calculations explode by 16x (16 Million cells!).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The Generative KV-Cache Memory Trap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During text generation, Transformers must cache Key and Value states for every previous token.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KV-cache memory grows linearly with generation length for every layer and attention head.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On edge hardware or single consumer GPUs, byte-level Transformers suffer Out-of-Memory (OOM) crashes.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Conclusion: Transformers are structurally incompatible with byte-level sequences!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STABILITY-PLASTICITY DILEMMA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Problem 4: Catastrophic Forgetting in Continual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The Failure of Online Fine-Tuning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real-world deployment (e.g. news harvesting, live chatbot), the model must learn new facts continuously.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Standard backpropagation updates global neural weights using stochastic gradient descent.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New gradients overwrite orthogonal parameter subspaces encoding previously learned grammar rules.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Result: Catastrophic Forgetting—grammar retention drops to 42.1%, producing repetitive babbling.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The Stability-Plasticity Dilemma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Plasticity: The ability of an AI system to rapidly acquire new knowledge.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Stability: The ability of an AI system to retain foundational linguistic syntax.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Standard neural networks cannot achieve both simultaneously with gradient descent alone.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Our Solution: Draw inspiration from human neuroscience (Complementary Learning Systems)!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ARCHITECTURAL THESIS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The Solution: Byte-Level Selective State Space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The Core Paradigm Shift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We propose an end-to-end token-free architecture pairing raw UTF-8 bytes with Mamba (Gu &amp; Dao, 2023).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1. Universal Byte Inputs: Fixed 256-dimensional vocabulary (0-255).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2. Linear Sequence Modeling: Selective State Space recurrence running in linear time O(L).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3. Constant Memory Generation: Zero KV-cache explosion during autoregression.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Key Advantages for Ethiopian AI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0% Out-of-Vocabulary Errors: Reads any word, spelling variant, or slang.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98% Parameter Allocation: Maximal capacity given to reasoning layers.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3x Lower GPU Memory: Enables full pre-training and deployment on a single RTX 3090 GPU.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4x Faster Inference Speed: Generates text in constant time O(1) per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BYTE-LEVEL MECHANICS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Demystifying the 256-Byte Vocabulary: Universal Coverage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How UTF-8 Bytes Represent All Human Text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 Byte = 8 bits = 256 distinct mathematical values (0 to 255).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Every character in the Unicode standard is a sequence of 1 to 4 bytes.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ASCII English: 1 byte per character ('A' = 65).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Ge'ez Script (U+1200 - U+137F): Exactly 3 bytes per character.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Example: 'ሀ' = [225, 138, 144], 'ለ' = [225, 138, 176].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Why 256 is Immune to Out-of-Vocabulary Failures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Because the vocabulary contains all possible byte values (0-255), the model can process ANY character sequence.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Dialectal variations, spelling mistakes, numbers (፩, ፪), and new slang are seamlessly absorbed.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Every byte appears millions of times in training, ensuring dense, well-regularized embedding vectors.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Eliminates the tokenization pipeline completely.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SSM FORMULATION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Mathematical Foundation: Continuous State Space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Continuous-Time SSM Equations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Classical State Space Models map an input 1D signal x(t) to an output y(t) through a hidden state h(t):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State Evolution:  h'(t) = A h(t) + B x(t)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Output Projection: y(t) = C h(t) + D x(t)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Where A in R^(N x N) is the state transition matrix, B in R^(N x 1), C in R^(1 x N).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hidden state h(t) acts as a continuous rolling summary of all past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Discretization via Zero-Order Hold (ZOH)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To process discrete computer bytes, continuous equations are discretized with step size Δ: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A_bar = exp(Δ A)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B_bar = (Δ A)^(-1) (exp(Δ A) - I) * (Δ B)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Discrete Recurrence: h_t = A_bar h_(t-1) + B_bar x_t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Discrete Output: y_t = C h_t + D x_t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This transforms continuous physics into ultra-fast discrete matrix recurrence.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MAMBA S6 MECHANISM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The S6 Innovation: Input-Dependent Selective Scan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The Flaw in Classical LTI State Space Models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classical Linear Time-Invariant (LTI) SSMs (e.g. S4), matrices A, B, C are constant for all inputs.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They cannot selectively remember relevant information or filter out noise based on the current context.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Result: LTI models struggle with associative recall and selective copying tasks.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Mamba S6: Dynamic Contextual Selection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Mamba makes matrices B, C, and step size Δ dynamic projections of the input x_t: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B_t = Linear_B(x_t)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C_t = Linear_C(x_t)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Δ_t = Softplus(Linear_Δ(x_t))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When x_t is important, Δ_t expands (absorbing the token into state h_t).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When x_t is irrelevant noise, Δ_t approaches 0 (skipping state update)!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PARALLEL SCAN MECHANICS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Algorithmic Efficiency: Chunked Associative Parallel Scan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Combining the Best of RNNs and Transformers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Transformers: Parallel during training O(1), but slow and memory-heavy during generation O(L²).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RNNs: Fast and constant memory during generation O(1), but strictly sequential during training O(L).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Mamba Parallel Scan: Solves recurrence in parallel across GPU threads using associative prefix sums (Blelloch scan).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Our Chunked Associative Optimization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Sequences of length L are partitioned into chunks of size C (chunk_size=32).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Within each chunk, state transitions are computed via parallel cumulative sums (torch.cumsum).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Inter-chunk boundary states are propagated in logarithmic time O(log L).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Result: Enables 100% GPU utilization (299W on RTX 3090) while keeping memory consumption under 4.3 GB!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CAPACITY REALLOCATION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Parameter Reallocation: Dedicating Weights to Pure Reasoning</a:t>
            </a:r>
          </a:p>
        </p:txBody>
      </p:sp>
      <p:pic>
        <p:nvPicPr>
          <p:cNvPr id="3" name="Picture 2" descr="fig2_parameter_allocation_t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560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Parameter Distribution Comparison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Transformer 32k (13.04M params):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Embedding Matrix: 8.19M (62.8% wasted)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Neural Hidden Layers: 4.85M (37.2%)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TinyMamba Byte (2.73M params):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Embedding Matrix: 0.065M (2.3%)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Neural Hidden Layers: 2.66M (97.7%)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Mamba-Base (26.24M params, d=512, L=16):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Embedding Matrix: 0.13M (0.49%)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Neural Hidden Layers: 26.11M (99.51% pure reasoning!)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AMHARIC MORPHOLOGY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Morphological Superiority: Capturing Semitic Root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❌ How BPE Slices Semitic Words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Amharic, root letters are modified non-linearly: ሰበረ (s-b-r = broke) vs ስብርባሪ (s-b-r-b-r = fragments).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BPE uses greedy frequency merges, slicing words arbitrarily based on corpus statistics.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Result: The root 'ስ-ብ-ር' is fragmented across hundreds of unrelated subword tokens.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model must relearn root semantics redundantly for every inflected 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⚡ How Byte Mamba Resolves Roots with 1D Convolutions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Every Mamba block integrates a local 1D Convolution (d_conv = 4) preceding the selective scan.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With a receptive field of 4 bytes (12 bits), the convolution naturally spans 3-byte Ge'ez character boundaries.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network learns sub-character phonetic and morphological representations directly from raw data.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Achieves zero morphological fragmentation without requiring manual linguistic rulebooks!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METHODOLOGY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Experimental Framework &amp; Rigorous Controlled Baselines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Controlled Scientific Isolation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To ensure 100% fair comparison, all baseline models were trained under identical conditions: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Dataset: Identical 1.465 GB native Amharic binary stream.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Optimizer: AdamW (lr=5e-4, beta1=0.9, beta2=0.95, weight_decay=0.1).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Scheduler: Cosine Annealing with 500-step linear warmup.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Precision: Automatic Mixed Precision (AMP FP16).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Hardware: Single Nvidia GeForce RTX 3090 GPU (24GB VRAM).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The 4 Evaluated Architectures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1. Transformer (32k): SentencePiece 32,000 vocab, d_model=256, n_layer=6 (13.04M params).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2. Transformer (16k): SentencePiece 16,000 vocab, d_model=256, n_layer=6 (8.96M params).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3. TinyMamba (Byte): Raw UTF-8 bytes (V=256), d_model=256, n_layer=6 (2.73M params).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4. Mamba-Base (Byte): Raw UTF-8 bytes (V=256), d_model=512, n_layer=16 (26.24M params).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EVALUATION METHODOLOGY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Evaluation Metric Rigor: Why Bits-per-Byte (BPB)?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Why Perplexity Fails Across Different Tokenizers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Perplexity = exp(Loss). It measures uncertainty per token.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 model predicting over 32,000 classes has an inherently different entropy scale than a model predicting over 256 bytes.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Comparing perplexity between a 32k tokenizer and a byte model is mathematically invalid!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We must use an information-theoretic invariant metric.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The Mathematical Formula for Bits-per-Byte (BPB)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BPB measures the exact Shannon entropy bits needed to compress one raw UTF-8 byte of text: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BPB = (CrossEntropyLoss / ln(2)) * (N_tokens / N_bytes)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Invariant to vocabulary size and tokenizer type.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Directly reflects true linguistic compression.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Lower BPB strictly indicates a superior generative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PRE-TRAINING BENCHMARKS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Primary Benchmark: TinyMamba (2.7M) Beats Transformer (13M)</a:t>
            </a:r>
          </a:p>
        </p:txBody>
      </p:sp>
      <p:pic>
        <p:nvPicPr>
          <p:cNvPr id="3" name="Picture 2" descr="fig1_bpb_vs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30723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Key Empirical Findings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Transformer 32k (13.04M): 1.5790 BPB (Worst performance due to 63% embedding tax).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Transformer 16k (8.96M): 1.4920 BPB.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TinyMamba Byte (2.73M): 1.3220 BPB (Substantial quality improvement!).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🏆 The Efficiency Victory: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TinyMamba achieved higher compression quality while using 4.7x fewer parameters and 3x less GPU memory!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EMPIRICAL RESULTS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Comprehensive Pre-Training Benchmark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Summary Table: 5,000-Step Controlled Pre-Training Benchmark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Model Architecture | Vocab Modality | Total Params | Embedding Tax | Validation BPB | Complexity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---------------------------------------------------------------------------------------------------------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Transformer (32k)  | SentencePiece 32k | 13.04 M     | 62.8% (Wasted) | 1.5790 BPB     | Quadratic O(L²) ❌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Transformer (16k)  | SentencePiece 16k | 8.96 M      | 45.7% (High)   | 1.4920 BPB     | Quadratic O(L²) ❌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TinyMamba (Byte)   | Raw UTF-8 Bytes   | 2.73 M      | 2.3% (Minimal) | 1.3220 BPB     | Linear O(L) ⚡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Mamba-Base (26M)   | Raw UTF-8 Bytes   | 26.24 M     | 0.49% (Pure)   | 1.0613 BPB 🏆  | Linear O(L) ⚡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Takeaway: Eliminating the tokenizer and adopting linear Mamba yields superior compression at fraction of compute.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SCALING EVALUATION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Scaling Frontier: Amharic Mamba-Base (26.24M Parameters)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Scaling Specifications (10,000 Steps)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Architecture: d_model=512, n_layer=16, d_state=16, d_conv=4, expand=2.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Total Trainable Parameters: 26,239,488 (26.24 Million).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Pre-Training Depth: 10,000 steps on 1.465 GB binary corpus.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Raw Bytes Processed: 61,440,000 bytes.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Activation Gradient Checkpointing: Dropped VRAM from 23.5 GB to 3.9 GB!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Training Speed: 0.87 steps/sec (100% GPU compute saturation, 299W).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Validation BPB Record: 1.0613 Bits/Byte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Initial Loss (Step 0): 8.181 BPB (random chance).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Step 2,500: 1.354 BPB.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Step 5,000: 1.189 BPB.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Step 10,000 Final: 1.0613 BPB 🏆 (All-time best Amharic compression record!).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26.24M model demonstrated rich emergent grasp of complex Amharic syntax, honorifics, and historical vocabulary.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CONTINUAL LEARNING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The Continual Learning Dilemma in Production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Arial"/>
              </a:defRPr>
            </a:pPr>
            <a:r>
              <a:t>Why Static Models are Insufficient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Real-world language models must adapt to fresh real-time knowledge (breaking news, user preferences, live facts).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Re-training a multi-million parameter model from scratch every time a fact is learned is computationally impossible.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Online gradient fine-tuning causes rapid catastrophic forgetting of core language grammar.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We need an architecture capable of lifelong, continuous learning.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The Biological Inspiration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How do biological humans learn new facts every day without forgetting how to speak their native language?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human brain uses a dual-memory system (Complementary Learning Systems):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1. Fast Hippocampus: Captures episodic memories in 1-shot.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2. Slow Neocortex: Maintains stable grammatical and semantic structures.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We engineered a computational replica of this biological mechanism!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CLS ARCHITECTURE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Brain Architecture: Hebbian Fast Weights + Mamba Neocortex</a:t>
            </a:r>
          </a:p>
        </p:txBody>
      </p:sp>
      <p:pic>
        <p:nvPicPr>
          <p:cNvPr id="3" name="Picture 2" descr="fig5_brai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560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The Two Cooperating Memory Systems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1. Fast Hippocampal Memory (Matrix M):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Holds episodic fast weights of size (mem_dim x mem_dim).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Updates instantly in 0.01 seconds via Hebbian outer products without gradient descent.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2. Slow Neocortical Backbone (Mamba SSM):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16-layer Selective State Space Model holding permanent Amharic grammar.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100% frozen during daytime interactive live deployment.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HEBBIAN MATHEMATICS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1-Shot Fact Learning: Anti-Hopfield Hebbian Rule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The Anti-Hopfield Delta Update Rule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When a new fact arrives, normalized key and value representations are extracted from Mamba hidden states: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k = normalize(W_k(x)) in R^(mem_dim)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v = normalize(W_v(x)) in R^(mem_dim)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fast weight matrix M is updated via outer-product error correction: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ΔM = η (v - M k) kᵀ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M_new = decay * M + ΔM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Requires zero backpropagation—computed in closed form in 0.01 seconds!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Associative Recall During Generation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During text generation, the memory is queried associatively: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y_mem = W_out( M * normalize(W_k(x)) 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Gated Additive Residual Output: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y_final = Mamba(x) + 0.5 * y_mem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If the memory contains relevant facts, it provides an associative bias vector.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If no relevant fact exists, memory output is 0 and base Mamba grammar flows unaltered.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SYNAPTIC CONSOLIDATION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Offline Sleep Consolidation: Sharp-Wave Ripple Replay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The Circadian Sleep Cycle (NREM Emulation)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Biological brains consolidate memories during NREM sleep via Sharp-Wave Ripples (Tononi &amp; Cirelli, 2014).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 our system, every 30 rounds of active chat, the agent enters an offline sleep cycle.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episodic memory buffer is replayed at 20x accelerated speed.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Gentle gradient updates (lr=1e-5) migrate episodic traces permanently into Mamba neocortical weights.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Replay Buffer Anchoring (Mode Collapse Shield)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To prevent gradient drift during sleep consolidation, we interleave daytime memories with foundational anchor buffers: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Identity Anchors: (Name, Creator, Role)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Cultural &amp; Geographic Anchors: (Axum, Addis Ababa, Coffee)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Grammatical Base Anchors: (Wikipedia paragraphs)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Result: Permanent factual consolidation with ZERO mode collapse!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BENCHMARK RESULTS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Continual Learning Benchmark: Zero Catastrophic Forgetting</a:t>
            </a:r>
          </a:p>
        </p:txBody>
      </p:sp>
      <p:pic>
        <p:nvPicPr>
          <p:cNvPr id="3" name="Picture 2" descr="fig3_continual_learning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880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Empirical Benchmark Comparison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Method | Learning Speed | 1-Shot Recall | Grammar Retention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-------------------------------------------------------------------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Standard Backprop | ~4.20s (Slow) | 40.0% (Poor) | 42.1% (Severe Drift ❌)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Hebbian Engram    | 0.01s (Instant) | 100.0% (Perfect) | 78.4% (Preserved ✅)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Sleep Replay      | 20x Offline   | 100.0% (Permanent) | 100.0% (Perfect 🏆)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Key Takeaway: Sleep consolidation achieves 100% factual recall while maintaining 100% base grammatical stability.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INSTRUCTION ALIGNMENT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Supervised Fine-Tuning (SFT) &amp; Instruction Alignment</a:t>
            </a:r>
          </a:p>
        </p:txBody>
      </p:sp>
      <p:pic>
        <p:nvPicPr>
          <p:cNvPr id="3" name="Picture 2" descr="fig4_sf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8675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2043"/>
                </a:solidFill>
                <a:latin typeface="Arial"/>
              </a:defRPr>
            </a:pPr>
            <a:r>
              <a:t>SFT Alignment Methodology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Dataset: 4,359 high-quality native Amharic instruction-response pairs.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Prompt-Loss Masking: User prompt byte targets set to -100 (loss computed strictly on assistant response).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Epochs: 5 epochs with AdamW (lr=2e-4) and AMP mixed precision.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Result: Zero-shot loss dropped from 1.095 BPB down to 0.6949 BPB!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model mastered instruction following, polite conversational openings, and structured reasoning.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PRODUCTION DEPLOYMENT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Hayyuu: The Autonomous Living Conversational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Telegram Bot Integration (@Hayyuu)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Pure Neural Mamba Agent deployed live on Telegram.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Interactive Dual-Candidate Voting: Generates candidate responses A and B for human preference feedback.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Live Fact Teaching: Users can teach Hayyuu new facts in real-time via /teach.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Continuous news stream harvesting from verified Ethiopian channels.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66534"/>
                </a:solidFill>
                <a:latin typeface="Arial"/>
              </a:defRPr>
            </a:pPr>
            <a:r>
              <a:t>Autonomous Self-Play AI Trainer (RLAIF)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Autonomous 24/7 self-teaching teacher engine.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Queries Hayyuu with 4,390 curriculum questions across History, Science, and Culture.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Constitutional Judge grades responses against gold truth.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• Penalizes hallucinations and updates policy weights safely without human intervention.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IMPACT &amp; CONCLUSION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Sovereign AI for Ethiopia &amp; Key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766E"/>
                </a:solidFill>
                <a:latin typeface="Arial"/>
              </a:defRPr>
            </a:pPr>
            <a:r>
              <a:t>1. Token-Free Efficiency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Proved that byte-level Mamba eliminates the Token Tax on African languages.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Outperformed a 13M Transformer using 4.7x fewer parameters and 3x less GPU memory.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2. Zero-Forgetting CLS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Built a bio-inspired dual-memory system for live deployment.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Achieved 1-shot fact acquisition in 0.01s with 100% grammar retention via sleep replay.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3. Sovereign Ethiopian AI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Demonstrated that state-of-the-art generative AI can be trained on a single commodity GPU.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Democratizes sovereign AI research across Africa.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200" b="1">
                <a:solidFill>
                  <a:srgbClr val="D97706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Questions, Comments &amp; Discussion</a:t>
            </a:r>
          </a:p>
          <a:p>
            <a:pPr algn="ctr">
              <a:defRPr sz="1400">
                <a:solidFill>
                  <a:srgbClr val="BED2EB"/>
                </a:solidFill>
                <a:latin typeface="Arial"/>
              </a:defRPr>
            </a:pPr>
            <a:r>
              <a:t>Presenter &amp; Author: Beknan Chemeda</a:t>
            </a:r>
            <a:br/>
            <a:r>
              <a:t>GitHub Repository: https://github.com/BekiChemeda/ML-Research</a:t>
            </a:r>
            <a:br/>
            <a:r>
              <a:t>Living Agent: Hayyuu Pure Neural Mamba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